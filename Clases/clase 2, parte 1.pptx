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jgQAI9is5ZPbzTWo9j9FEp8fA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agliazucchi.enzo@googlemail.com" TargetMode="External"/><Relationship Id="rId4" Type="http://schemas.openxmlformats.org/officeDocument/2006/relationships/hyperlink" Target="http://www.cocuco.org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hyperlink" Target="https://elgatoylacaja.com/notas/investigacion/meditacion-pandemia-y-sustanci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jpg"/><Relationship Id="rId4" Type="http://schemas.openxmlformats.org/officeDocument/2006/relationships/image" Target="../media/image22.jpg"/><Relationship Id="rId5" Type="http://schemas.openxmlformats.org/officeDocument/2006/relationships/image" Target="../media/image21.png"/><Relationship Id="rId6" Type="http://schemas.openxmlformats.org/officeDocument/2006/relationships/image" Target="../media/image19.gif"/><Relationship Id="rId7" Type="http://schemas.openxmlformats.org/officeDocument/2006/relationships/image" Target="../media/image23.png"/><Relationship Id="rId8" Type="http://schemas.openxmlformats.org/officeDocument/2006/relationships/image" Target="../media/image2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228600" y="4267200"/>
            <a:ext cx="6096000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Enzo Tagliazucchi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tagliazucchi.enzo@googlemail.com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www.cocuco.org</a:t>
            </a:r>
            <a:r>
              <a:rPr lang="es-A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81000" y="257651"/>
            <a:ext cx="87630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Laboratorio de datos, clase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datos. Dataframes.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152400" y="0"/>
            <a:ext cx="8763000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de la clase de hoy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70+ &quot;Cicchini&quot; profiles | LinkedIn" id="95" name="Google Shape;95;p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69430" y="1520309"/>
            <a:ext cx="8136370" cy="5109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Repasar tipos de datos en Python y Numpy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Introducir el tipo de dato más importante de la materia: el dataframe de Pandas</a:t>
            </a:r>
            <a:endParaRPr/>
          </a:p>
          <a:p>
            <a:pPr indent="-1905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qué cosas se pueden hacer con dataframes (filtrado de datos, remoción de datos faltantes y duplicados, etc)</a:t>
            </a:r>
            <a:endParaRPr/>
          </a:p>
          <a:p>
            <a:pPr indent="-1905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 cómo hacer merge de dataframes. Cargar archivos .csv como dataframes.</a:t>
            </a:r>
            <a:endParaRPr/>
          </a:p>
          <a:p>
            <a:pPr indent="-190500" lvl="0" marL="3429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152400" y="0"/>
            <a:ext cx="8763000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datasets</a:t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70+ &quot;Cicchini&quot; profiles | LinkedIn" id="102" name="Google Shape;102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981200"/>
            <a:ext cx="22669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071688"/>
            <a:ext cx="22288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2800" y="2114550"/>
            <a:ext cx="2238375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0588" y="342900"/>
            <a:ext cx="7362825" cy="61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3348" y="133350"/>
            <a:ext cx="5648325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062" y="1905000"/>
            <a:ext cx="4897489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5">
            <a:alphaModFix/>
          </a:blip>
          <a:srcRect b="0" l="0" r="22036" t="0"/>
          <a:stretch/>
        </p:blipFill>
        <p:spPr>
          <a:xfrm>
            <a:off x="119062" y="5609915"/>
            <a:ext cx="4897489" cy="1060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6023" y="2286000"/>
            <a:ext cx="4011301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1791" y="76200"/>
            <a:ext cx="1231557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58" y="1252537"/>
            <a:ext cx="3803542" cy="4081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1252537"/>
            <a:ext cx="3970295" cy="408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52400"/>
            <a:ext cx="49911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8339" y="1524000"/>
            <a:ext cx="3101821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8739" y="1600200"/>
            <a:ext cx="2909722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1" y="3657600"/>
            <a:ext cx="2819400" cy="168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8079" y="3657600"/>
            <a:ext cx="2683121" cy="1683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600" y="3657600"/>
            <a:ext cx="2836504" cy="1674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95252"/>
            <a:ext cx="1436981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600" y="95252"/>
            <a:ext cx="4038600" cy="254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52600" y="2100263"/>
            <a:ext cx="5562600" cy="473655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 txBox="1"/>
          <p:nvPr/>
        </p:nvSpPr>
        <p:spPr>
          <a:xfrm>
            <a:off x="7211813" y="5445056"/>
            <a:ext cx="1723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u="sng">
                <a:solidFill>
                  <a:schemeClr val="hlink"/>
                </a:solidFill>
                <a:hlinkClick r:id="rId6"/>
              </a:rPr>
              <a:t>https://elgatoylacaja.com/notas/investigacion/meditacion-pandemia-y-sustancia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2400"/>
            <a:ext cx="7417697" cy="6413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19200"/>
            <a:ext cx="226695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0"/>
          <p:cNvSpPr txBox="1"/>
          <p:nvPr/>
        </p:nvSpPr>
        <p:spPr>
          <a:xfrm>
            <a:off x="2362200" y="1695271"/>
            <a:ext cx="6400800" cy="2400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pendiente…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/>
        </p:nvSpPr>
        <p:spPr>
          <a:xfrm>
            <a:off x="-1801497" y="219074"/>
            <a:ext cx="6400800" cy="221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Colaboraron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cco Di Tella on Twitter: &quot;Muy bueno, gracias Lore y politeia por la  invitación!… &quot;" id="160" name="Google Shape;1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55" y="2095678"/>
            <a:ext cx="4454548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descr="Televisión Pública - El Gato y la Caja: “Es importante encontrar tiempo  lejos de las pantallas para analizar la información” | Facebook" id="161" name="Google Shape;161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elevisión Pública - El Gato y la Caja: “Es importante encontrar tiempo  lejos de las pantallas para analizar la información” | Facebook" id="162" name="Google Shape;162;p11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Televisión Pública - El Gato y la Caja: “Es importante encontrar tiempo  lejos de las pantallas para analizar la información” | Facebook" id="163" name="Google Shape;163;p11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l pensamiento científico debería ser una forma de ver el mundo&quot; -  Unidiversidad - sitio de noticias UNCUYO" id="164" name="Google Shape;1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155" y="3314878"/>
            <a:ext cx="4499268" cy="2495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50560" y="1924406"/>
            <a:ext cx="2565255" cy="2585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 txBox="1"/>
          <p:nvPr/>
        </p:nvSpPr>
        <p:spPr>
          <a:xfrm>
            <a:off x="76200" y="4800600"/>
            <a:ext cx="32004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Rocco Di Tella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3276600" y="5588675"/>
            <a:ext cx="32004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Pablo González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6705600" y="4293275"/>
            <a:ext cx="32004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Fede Cavanna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NSCIOUSNESS, CULTURE AND COMPLEXITY LAB" id="169" name="Google Shape;16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70492" y="401568"/>
            <a:ext cx="1066800" cy="102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1"/>
          <p:cNvPicPr preferRelativeResize="0"/>
          <p:nvPr/>
        </p:nvPicPr>
        <p:blipFill rotWithShape="1">
          <a:blip r:embed="rId7">
            <a:alphaModFix/>
          </a:blip>
          <a:srcRect b="0" l="0" r="45362" t="0"/>
          <a:stretch/>
        </p:blipFill>
        <p:spPr>
          <a:xfrm>
            <a:off x="4032103" y="523994"/>
            <a:ext cx="2805113" cy="36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1"/>
          <p:cNvPicPr preferRelativeResize="0"/>
          <p:nvPr/>
        </p:nvPicPr>
        <p:blipFill rotWithShape="1">
          <a:blip r:embed="rId7">
            <a:alphaModFix/>
          </a:blip>
          <a:srcRect b="0" l="54638" r="0" t="0"/>
          <a:stretch/>
        </p:blipFill>
        <p:spPr>
          <a:xfrm>
            <a:off x="4032103" y="891849"/>
            <a:ext cx="2328861" cy="36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 Gato y La Caja (@ElGatoyLaCaja) | Twitter" id="172" name="Google Shape;17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587478" y="113588"/>
            <a:ext cx="1556522" cy="155652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1"/>
          <p:cNvSpPr txBox="1"/>
          <p:nvPr/>
        </p:nvSpPr>
        <p:spPr>
          <a:xfrm>
            <a:off x="4267200" y="36255"/>
            <a:ext cx="64008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5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2021-03-20T13:12:36Z</dcterms:created>
  <dc:creator>User</dc:creator>
</cp:coreProperties>
</file>